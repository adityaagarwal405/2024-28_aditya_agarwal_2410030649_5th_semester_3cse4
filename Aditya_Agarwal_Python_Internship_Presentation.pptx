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4754880"/>
            <a:ext cx="3749039" cy="3749039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138160" y="-1097280"/>
            <a:ext cx="4754880" cy="4754880"/>
          </a:xfrm>
          <a:prstGeom prst="ellipse">
            <a:avLst/>
          </a:prstGeom>
          <a:solidFill>
            <a:srgbClr val="243A80"/>
          </a:solidFill>
          <a:ln>
            <a:solidFill>
              <a:srgbClr val="243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LM_Universit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8912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530352"/>
            <a:ext cx="47548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5836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67665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AA627"/>
                </a:solidFill>
                <a:latin typeface="Aptos"/>
              </a:rPr>
              <a:t>Free Summer Internship in Python –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42032"/>
            <a:ext cx="50292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ptos"/>
              </a:rPr>
              <a:t>upskill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54864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Aditya Agarwal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02352"/>
            <a:ext cx="6400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Roll No. 2410030649  |  B.Tech CSE  |  5th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59552"/>
            <a:ext cx="5029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AA627"/>
                </a:solidFill>
                <a:latin typeface="Aptos"/>
              </a:rPr>
              <a:t>Project: Quiz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199632"/>
            <a:ext cx="3749039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04 August – 02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ABOUT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Candidate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1005840"/>
            <a:ext cx="731520" cy="731520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560320" cy="8686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Georgia"/>
              </a:rPr>
              <a:t>Aditya
Agarwal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788920" cy="5486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B.Tech – Computer Science &amp;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4709160" y="15087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49047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764792"/>
            <a:ext cx="5669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2410030649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24231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0487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79191"/>
            <a:ext cx="5669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IILM University, Greater Noida, U.P.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33375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31927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593591"/>
            <a:ext cx="5669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B.Tech CSE, Batch 2024–2028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23367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Internship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507992"/>
            <a:ext cx="5669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Python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5166360"/>
            <a:ext cx="438912" cy="438912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306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148072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96F7D"/>
                </a:solidFill>
                <a:latin typeface="Aptos"/>
              </a:rPr>
              <a:t>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422392"/>
            <a:ext cx="5669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4 Weeks | August –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ABOUT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upskill Campus &amp; Python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32734"/>
                </a:solidFill>
                <a:latin typeface="Aptos"/>
              </a:rPr>
              <a:t>The Free Summer Internship in Python – 2026 provided structured learning and practical exposure to Python programming. The internship focused on strengthening Python fundamentals, applying programming concepts, and completing a Quiz Game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7512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94436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880360" cy="134416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Strengthened understanding of Python basics, conditionals and programming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94436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Practical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880360" cy="134416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Connected learning activities with the development and planning of the Quiz Game.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57031" y="503834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58200" y="297180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94436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Project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566160"/>
            <a:ext cx="2880360" cy="134416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Completed a console-based Quiz Game using questions, options, answer checking and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From Python Concepts to a Working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32734"/>
                </a:solidFill>
                <a:latin typeface="Aptos"/>
              </a:rPr>
              <a:t>Learning Python syntax and concepts is different from applying them to a complete program. The internship provided an opportunity to move from basic concepts to a small working application by organizing questions, checking user answers, calculating scores and presenting the final result.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97680"/>
            <a:ext cx="18288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Python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246120"/>
            <a:ext cx="4572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977639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97680"/>
            <a:ext cx="18288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Conditional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46120"/>
            <a:ext cx="4572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77639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297680"/>
            <a:ext cx="18288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Quiz Game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46120"/>
            <a:ext cx="4572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C306F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098280" y="3154680"/>
            <a:ext cx="658368" cy="658368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977639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AA627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297680"/>
            <a:ext cx="182880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96F7D"/>
                </a:solidFill>
                <a:latin typeface="Aptos"/>
              </a:rPr>
              <a:t>Score &amp; percentage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Strengthen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19746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Improve understanding of Python fundamentals </a:t>
            </a:r>
            <a:r>
              <a:rPr sz="950" b="0" i="0" smtClean="0">
                <a:solidFill>
                  <a:srgbClr val="696F7D"/>
                </a:solidFill>
                <a:latin typeface="Aptos"/>
              </a:rPr>
              <a:t>and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 </a:t>
            </a:r>
            <a:r>
              <a:rPr sz="950" b="0" i="0">
                <a:solidFill>
                  <a:srgbClr val="696F7D"/>
                </a:solidFill>
                <a:latin typeface="Aptos"/>
              </a:rPr>
              <a:t>programming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Use Conditionals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Apply if, if-else and if-elif-else to program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57031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5820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Structure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2842188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Organize quiz questions, options and answers </a:t>
            </a:r>
            <a:r>
              <a:rPr sz="950" b="0" i="0" smtClean="0">
                <a:solidFill>
                  <a:srgbClr val="696F7D"/>
                </a:solidFill>
                <a:latin typeface="Aptos"/>
              </a:rPr>
              <a:t>using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 </a:t>
            </a:r>
            <a:r>
              <a:rPr sz="950" b="0" i="0">
                <a:solidFill>
                  <a:srgbClr val="696F7D"/>
                </a:solidFill>
                <a:latin typeface="Aptos"/>
              </a:rPr>
              <a:t>Python data structures.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Build Quiz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Create a clear question → answer → feedback 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6227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Track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Calculate score and percentage from correct answers.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57031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5820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Evaluate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526280"/>
            <a:ext cx="2766848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Display performance categories based on the final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percentage</a:t>
            </a:r>
            <a:r>
              <a:rPr sz="950" b="0" i="0">
                <a:solidFill>
                  <a:srgbClr val="696F7D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The Toolkit Behind the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Development environment used to write the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57031" y="3300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5820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18488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Lists &amp; Dictionaries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240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Store questions, options and correct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Iterate through questions and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62272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Conditionals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26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Check answers and classify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0332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57031" y="5586984"/>
            <a:ext cx="328269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58200" y="3931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904487"/>
            <a:ext cx="2377439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526280"/>
            <a:ext cx="2880360" cy="9326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Repository used to store and submit the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From Question Data to Final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141732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49047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51790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Question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1790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Questions + A/B/C/D options + correct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75688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24028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231343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4086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Quiz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34086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Display each question and its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898648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06324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1560" y="313639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16382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User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6382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Read A/B/C/D and convert to uppercase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721608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88620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" y="395935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98678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Answer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98678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Compare user answer with stored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544568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470916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51560" y="478231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80974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Score Calculation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80974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Increase score and calculate percentage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367528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C306F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532120"/>
            <a:ext cx="8458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1560" y="5605272"/>
            <a:ext cx="512064" cy="512064"/>
          </a:xfrm>
          <a:prstGeom prst="ellipse">
            <a:avLst/>
          </a:prstGeom>
          <a:solidFill>
            <a:srgbClr val="1C306F"/>
          </a:solidFill>
          <a:ln>
            <a:solidFill>
              <a:srgbClr val="1C3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63270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32734"/>
                </a:solidFill>
                <a:latin typeface="Aptos"/>
              </a:rPr>
              <a:t>Performance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632704"/>
            <a:ext cx="58978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Show result category and final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The 4-Week Learning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18488"/>
            <a:ext cx="15544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Basics •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67325" cy="47551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Understood internship activities</a:t>
            </a:r>
            <a:r>
              <a:rPr sz="950" b="0" i="0" smtClean="0">
                <a:solidFill>
                  <a:srgbClr val="696F7D"/>
                </a:solidFill>
                <a:latin typeface="Aptos"/>
              </a:rPr>
              <a:t>,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 </a:t>
            </a:r>
            <a:r>
              <a:rPr sz="950" b="0" i="0">
                <a:solidFill>
                  <a:srgbClr val="696F7D"/>
                </a:solidFill>
                <a:latin typeface="Aptos"/>
              </a:rPr>
              <a:t>Python fundamentals and selected the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Quiz </a:t>
            </a:r>
            <a:r>
              <a:rPr sz="950" b="0" i="0">
                <a:solidFill>
                  <a:srgbClr val="696F7D"/>
                </a:solidFill>
                <a:latin typeface="Aptos"/>
              </a:rPr>
              <a:t>Game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02151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033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618488"/>
            <a:ext cx="15544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Conditional Logic •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80"/>
            <a:ext cx="2120837" cy="47551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Studied if/else structures and applied </a:t>
            </a:r>
            <a:r>
              <a:rPr sz="950" b="0" i="0" smtClean="0">
                <a:solidFill>
                  <a:srgbClr val="696F7D"/>
                </a:solidFill>
                <a:latin typeface="Aptos"/>
              </a:rPr>
              <a:t>c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onditional </a:t>
            </a:r>
            <a:r>
              <a:rPr sz="950" b="0" i="0">
                <a:solidFill>
                  <a:srgbClr val="696F7D"/>
                </a:solidFill>
                <a:latin typeface="Aptos"/>
              </a:rPr>
              <a:t>thinking to answer checking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and </a:t>
            </a:r>
            <a:r>
              <a:rPr sz="950" b="0" i="0">
                <a:solidFill>
                  <a:srgbClr val="696F7D"/>
                </a:solidFill>
                <a:latin typeface="Aptos"/>
              </a:rPr>
              <a:t>quiz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39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751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618488"/>
            <a:ext cx="15544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Python Libraries •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2039084" cy="47551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Learned introductory NumPy </a:t>
            </a:r>
            <a:r>
              <a:rPr sz="950" b="0" i="0" smtClean="0">
                <a:solidFill>
                  <a:srgbClr val="696F7D"/>
                </a:solidFill>
                <a:latin typeface="Aptos"/>
              </a:rPr>
              <a:t>and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 </a:t>
            </a:r>
            <a:r>
              <a:rPr sz="950" b="0" i="0">
                <a:solidFill>
                  <a:srgbClr val="696F7D"/>
                </a:solidFill>
                <a:latin typeface="Aptos"/>
              </a:rPr>
              <a:t>Pandas concepts and explored data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handling</a:t>
            </a:r>
            <a:r>
              <a:rPr sz="950" b="0" i="0">
                <a:solidFill>
                  <a:srgbClr val="696F7D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417320"/>
            <a:ext cx="2514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45752" y="5678424"/>
            <a:ext cx="2459736" cy="36576"/>
          </a:xfrm>
          <a:prstGeom prst="rect">
            <a:avLst/>
          </a:prstGeom>
          <a:solidFill>
            <a:srgbClr val="E1E4EC"/>
          </a:solidFill>
          <a:ln>
            <a:solidFill>
              <a:srgbClr val="E1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46920" y="1645920"/>
            <a:ext cx="411480" cy="411480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1618488"/>
            <a:ext cx="155448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32734"/>
                </a:solidFill>
                <a:latin typeface="Aptos"/>
              </a:rPr>
              <a:t>Assessment &amp; Revision •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40280"/>
            <a:ext cx="2186561" cy="47551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96F7D"/>
                </a:solidFill>
                <a:latin typeface="Aptos"/>
              </a:rPr>
              <a:t>Completed the Python assessment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test </a:t>
            </a:r>
            <a:r>
              <a:rPr sz="950" b="0" i="0">
                <a:solidFill>
                  <a:srgbClr val="696F7D"/>
                </a:solidFill>
                <a:latin typeface="Aptos"/>
              </a:rPr>
              <a:t>and revised concepts to strengthen </a:t>
            </a:r>
            <a:endParaRPr lang="en-US" sz="950" b="0" i="0" dirty="0" smtClean="0">
              <a:solidFill>
                <a:srgbClr val="696F7D"/>
              </a:solidFill>
              <a:latin typeface="Aptos"/>
            </a:endParaRPr>
          </a:p>
          <a:p>
            <a:pPr algn="l"/>
            <a:r>
              <a:rPr sz="950" b="0" i="0" smtClean="0">
                <a:solidFill>
                  <a:srgbClr val="696F7D"/>
                </a:solidFill>
                <a:latin typeface="Aptos"/>
              </a:rPr>
              <a:t>understanding</a:t>
            </a:r>
            <a:r>
              <a:rPr sz="950" b="0" i="0">
                <a:solidFill>
                  <a:srgbClr val="696F7D"/>
                </a:solidFill>
                <a:latin typeface="Apto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232734"/>
                </a:solidFill>
                <a:latin typeface="Georgia"/>
              </a:rPr>
              <a:t>Skills &amp; Capabilities Gained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99032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Better understanding of Python fundamentals and conditional statements.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93976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Ability to organize quiz data using lists and dictionaries.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52344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15768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Practical experience with loops, user input and answer validation.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10712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74136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Ability to calculate score and percentage programmatically.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69079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32504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Understanding of simple performance classification using if-elif-else.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727447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90872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Experience developing a complete console-based Python project.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385815"/>
            <a:ext cx="384048" cy="384048"/>
          </a:xfrm>
          <a:prstGeom prst="ellipse">
            <a:avLst/>
          </a:prstGeom>
          <a:solidFill>
            <a:srgbClr val="DEE6F9"/>
          </a:solidFill>
          <a:ln>
            <a:solidFill>
              <a:srgbClr val="DEE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06F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9784080" cy="43891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32734"/>
                </a:solidFill>
                <a:latin typeface="Aptos"/>
              </a:rPr>
              <a:t>Exposure to GitHub as a project repository and submission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731520"/>
            <a:ext cx="3840480" cy="384048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C306F"/>
                </a:solidFill>
                <a:latin typeface="Aptos"/>
              </a:rP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4114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PROJECT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0292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Successfully Completed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385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29260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Quiz Game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529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4 Weeks | 04 Aug – 02 Sep 2026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794760"/>
            <a:ext cx="566928" cy="566928"/>
          </a:xfrm>
          <a:prstGeom prst="ellipse">
            <a:avLst/>
          </a:prstGeom>
          <a:solidFill>
            <a:srgbClr val="2B4491"/>
          </a:solidFill>
          <a:ln>
            <a:solidFill>
              <a:srgbClr val="2B4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673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AA627"/>
                </a:solidFill>
                <a:latin typeface="Aptos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41648"/>
            <a:ext cx="4206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GitHub project repository prepared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914400"/>
            <a:ext cx="50749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325880"/>
            <a:ext cx="420624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C306F"/>
                </a:solidFill>
                <a:latin typeface="Georgia"/>
              </a:rPr>
              <a:t>QUIZ 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05740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5 multiple-choice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6032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96F7D"/>
                </a:solidFill>
                <a:latin typeface="Aptos"/>
              </a:rPr>
              <a:t>A / B / C /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Score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6616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Percentage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6908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232734"/>
                </a:solidFill>
                <a:latin typeface="Aptos"/>
              </a:rPr>
              <a:t>Performance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074920"/>
            <a:ext cx="4206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96F7D"/>
                </a:solidFill>
                <a:latin typeface="Aptos"/>
              </a:rPr>
              <a:t>Aditya Agarwal  •  2410030649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Quiz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4297680"/>
            <a:ext cx="3840480" cy="3840480"/>
          </a:xfrm>
          <a:prstGeom prst="ellipse">
            <a:avLst/>
          </a:prstGeom>
          <a:solidFill>
            <a:srgbClr val="132355"/>
          </a:solidFill>
          <a:ln>
            <a:solidFill>
              <a:srgbClr val="132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005840"/>
            <a:ext cx="3931920" cy="3931920"/>
          </a:xfrm>
          <a:prstGeom prst="ellipse">
            <a:avLst/>
          </a:prstGeom>
          <a:solidFill>
            <a:srgbClr val="243A80"/>
          </a:solidFill>
          <a:ln>
            <a:solidFill>
              <a:srgbClr val="243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DAA627"/>
                </a:solidFill>
                <a:latin typeface="Aptos"/>
              </a:rPr>
              <a:t>Free Summer Internship in Python –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81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upskill Campus  |  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58768"/>
            <a:ext cx="10881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Aditya Agarwal  |  Roll No. 2410030649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881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B.Tech CSE • 5th Semester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9436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696F7D"/>
                </a:solidFill>
                <a:latin typeface="Aptos"/>
              </a:rPr>
              <a:t>Python Internship • Aditya Agarwal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96F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759</Words>
  <Application>Microsoft Macintosh PowerPoint</Application>
  <PresentationFormat>Custom</PresentationFormat>
  <Paragraphs>208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komal</cp:lastModifiedBy>
  <cp:revision>2</cp:revision>
  <dcterms:created xsi:type="dcterms:W3CDTF">2013-01-27T09:14:16Z</dcterms:created>
  <dcterms:modified xsi:type="dcterms:W3CDTF">2026-09-10T16:06:17Z</dcterms:modified>
  <cp:category/>
</cp:coreProperties>
</file>